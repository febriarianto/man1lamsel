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7bfc5189ed47f5" /><Relationship Type="http://schemas.openxmlformats.org/officeDocument/2006/relationships/extended-properties" Target="/docProps/app.xml" Id="R31ca6b0e4ee54329" /><Relationship Type="http://schemas.openxmlformats.org/officeDocument/2006/relationships/officeDocument" Target="/ppt/presentation.xml" Id="R26f92624312a47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c542013c549fc"/>
  </p:sldMasterIdLst>
  <p:notesMasterIdLst>
    <p:notesMasterId xmlns:r="http://schemas.openxmlformats.org/officeDocument/2006/relationships" r:id="R0521ab2acd52427e"/>
  </p:notesMasterIdLst>
  <p:sldIdLst>
    <p:sldId xmlns:r="http://schemas.openxmlformats.org/officeDocument/2006/relationships" id="256" r:id="R2b839d459f054c82"/>
    <p:sldId xmlns:r="http://schemas.openxmlformats.org/officeDocument/2006/relationships" id="257" r:id="Re9f64e217f0b400b"/>
    <p:sldId xmlns:r="http://schemas.openxmlformats.org/officeDocument/2006/relationships" id="258" r:id="Rb5e8f622207f43cc"/>
    <p:sldId xmlns:r="http://schemas.openxmlformats.org/officeDocument/2006/relationships" id="259" r:id="Rbfebf630db62419c"/>
    <p:sldId xmlns:r="http://schemas.openxmlformats.org/officeDocument/2006/relationships" id="260" r:id="R9861db6fbca94801"/>
    <p:sldId xmlns:r="http://schemas.openxmlformats.org/officeDocument/2006/relationships" id="261" r:id="Ra55df79877e04658"/>
    <p:sldId xmlns:r="http://schemas.openxmlformats.org/officeDocument/2006/relationships" id="262" r:id="R597f11703b0645bc"/>
    <p:sldId xmlns:r="http://schemas.openxmlformats.org/officeDocument/2006/relationships" id="263" r:id="R929aa752bce340cc"/>
    <p:sldId xmlns:r="http://schemas.openxmlformats.org/officeDocument/2006/relationships" id="264" r:id="R9ad16c9a90a54aad"/>
    <p:sldId xmlns:r="http://schemas.openxmlformats.org/officeDocument/2006/relationships" id="265" r:id="Rd4db46dff6ad4425"/>
    <p:sldId xmlns:r="http://schemas.openxmlformats.org/officeDocument/2006/relationships" id="266" r:id="R5c723e19617b47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4332fd2f644179" /><Relationship Type="http://schemas.openxmlformats.org/officeDocument/2006/relationships/slideMaster" Target="/ppt/slideMasters/slideMaster1.xml" Id="R053c542013c549fc" /><Relationship Type="http://schemas.openxmlformats.org/officeDocument/2006/relationships/notesMaster" Target="/ppt/notesMasters/notesMaster1.xml" Id="R0521ab2acd52427e" /><Relationship Type="http://schemas.openxmlformats.org/officeDocument/2006/relationships/presProps" Target="/ppt/presProps.xml" Id="R6156168f6dec4c19" /><Relationship Type="http://schemas.openxmlformats.org/officeDocument/2006/relationships/tableStyles" Target="/ppt/tableStyles.xml" Id="R5d9e3f6644f24a07" /><Relationship Type="http://schemas.openxmlformats.org/officeDocument/2006/relationships/slide" Target="/ppt/slides/slide1.xml" Id="R2b839d459f054c82" /><Relationship Type="http://schemas.openxmlformats.org/officeDocument/2006/relationships/slide" Target="/ppt/slides/slide2.xml" Id="Re9f64e217f0b400b" /><Relationship Type="http://schemas.openxmlformats.org/officeDocument/2006/relationships/slide" Target="/ppt/slides/slide3.xml" Id="Rb5e8f622207f43cc" /><Relationship Type="http://schemas.openxmlformats.org/officeDocument/2006/relationships/slide" Target="/ppt/slides/slide4.xml" Id="Rbfebf630db62419c" /><Relationship Type="http://schemas.openxmlformats.org/officeDocument/2006/relationships/slide" Target="/ppt/slides/slide5.xml" Id="R9861db6fbca94801" /><Relationship Type="http://schemas.openxmlformats.org/officeDocument/2006/relationships/slide" Target="/ppt/slides/slide6.xml" Id="Ra55df79877e04658" /><Relationship Type="http://schemas.openxmlformats.org/officeDocument/2006/relationships/slide" Target="/ppt/slides/slide7.xml" Id="R597f11703b0645bc" /><Relationship Type="http://schemas.openxmlformats.org/officeDocument/2006/relationships/slide" Target="/ppt/slides/slide8.xml" Id="R929aa752bce340cc" /><Relationship Type="http://schemas.openxmlformats.org/officeDocument/2006/relationships/slide" Target="/ppt/slides/slide9.xml" Id="R9ad16c9a90a54aad" /><Relationship Type="http://schemas.openxmlformats.org/officeDocument/2006/relationships/slide" Target="/ppt/slides/slide10.xml" Id="Rd4db46dff6ad4425" /><Relationship Type="http://schemas.openxmlformats.org/officeDocument/2006/relationships/slide" Target="/ppt/slides/slide11.xml" Id="R5c723e19617b47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0f1e13c066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74f6ccfb043a6" /><Relationship Type="http://schemas.openxmlformats.org/officeDocument/2006/relationships/notesMaster" Target="/ppt/notesMasters/notesMaster1.xml" Id="Rc8aecce174f74b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03105d9eaa4e7a" /><Relationship Type="http://schemas.openxmlformats.org/officeDocument/2006/relationships/notesMaster" Target="/ppt/notesMasters/notesMaster1.xml" Id="Ree34be10c09342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24240e0d08484e" /><Relationship Type="http://schemas.openxmlformats.org/officeDocument/2006/relationships/notesMaster" Target="/ppt/notesMasters/notesMaster1.xml" Id="R01270cc2239748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a030a4a2942e7" /><Relationship Type="http://schemas.openxmlformats.org/officeDocument/2006/relationships/notesMaster" Target="/ppt/notesMasters/notesMaster1.xml" Id="R2b810c9af4a349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93501b5eb4a77" /><Relationship Type="http://schemas.openxmlformats.org/officeDocument/2006/relationships/notesMaster" Target="/ppt/notesMasters/notesMaster1.xml" Id="R6d696aa1f7a9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5dab8d0a94a2e" /><Relationship Type="http://schemas.openxmlformats.org/officeDocument/2006/relationships/notesMaster" Target="/ppt/notesMasters/notesMaster1.xml" Id="R6d1bf476094b45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059e748b74034" /><Relationship Type="http://schemas.openxmlformats.org/officeDocument/2006/relationships/notesMaster" Target="/ppt/notesMasters/notesMaster1.xml" Id="R16d7e4f5188c41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da54a1a61e4333" /><Relationship Type="http://schemas.openxmlformats.org/officeDocument/2006/relationships/notesMaster" Target="/ppt/notesMasters/notesMaster1.xml" Id="R0afbddec6dd245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db7bdde00641fb" /><Relationship Type="http://schemas.openxmlformats.org/officeDocument/2006/relationships/notesMaster" Target="/ppt/notesMasters/notesMaster1.xml" Id="Rca3d73313dec42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4477393adf4fd0" /><Relationship Type="http://schemas.openxmlformats.org/officeDocument/2006/relationships/notesMaster" Target="/ppt/notesMasters/notesMaster1.xml" Id="R2575a4a6d39a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d37ef292524fc0" /><Relationship Type="http://schemas.openxmlformats.org/officeDocument/2006/relationships/notesMaster" Target="/ppt/notesMasters/notesMaster1.xml" Id="R454a9a0c04fe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tujuan: satu portal yang mudah dikelola, aman, dan siap dipakai bersama.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website publik dan dashboard memakai sumber data yang sama, tetapi hak aksesnya berbeda.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  <a:p xmlns:a="http://schemas.openxmlformats.org/drawingml/2006/main">
            <a:r>
              <a:t>- D:/tester/MAN1Lamsel/routes/web.php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kemampuan sebelum masuk ke peran dan proses.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prinsip akses minimum: penulis tidak dapat menerbitkan sendiri atau membuka menu administrator.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  <a:p xmlns:a="http://schemas.openxmlformats.org/drawingml/2006/main">
            <a:r>
              <a:t>- D:/tester/MAN1Lamsel/app/Http/Middleware/AdminMiddleware.php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Akun hibrida memberi jalur cadangan tanpa melemahkan validasi identitas 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D:/tester/MAN1Lamsel/SSO_KEMENAG.md</a:t>
            </a:r>
          </a:p>
          <a:p xmlns:a="http://schemas.openxmlformats.org/drawingml/2006/main">
            <a:r>
              <a:t>- D:/tester/MAN1Lamsel/app/Http/Controllers/Admin/AuthController.php</a:t>
            </a:r>
          </a:p>
          <a:p xmlns:a="http://schemas.openxmlformats.org/drawingml/2006/main">
            <a:r>
              <a:t>- D:/tester/MAN1Lamsel/app/Http/Controllers/Admin/SsoController.php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Jika NIP tidak ada atau GTK nonaktif, login ditolak. Akun baru selalu berperan sebagai penulis.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D:/tester/MAN1Lamsel/SSO_KEMENAG.md</a:t>
            </a:r>
          </a:p>
          <a:p xmlns:a="http://schemas.openxmlformats.org/drawingml/2006/main">
            <a:r>
              <a:t>- D:/tester/MAN1Lamsel/app/Http/Controllers/Admin/SsoController.php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filter dua lapis: parameter request dan pemeriksaan ulang setiap baris respons.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D:/tester/MAN1Lamsel/SIMPEG_SYNC.md</a:t>
            </a:r>
          </a:p>
          <a:p xmlns:a="http://schemas.openxmlformats.org/drawingml/2006/main">
            <a:r>
              <a:t>- D:/tester/MAN1Lamsel/app/Services/SimpegSynchronizer.php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kontrol teknis dengan kebiasaan operasional: kredensial tidak boleh masuk source code atau pesan publik.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D:/tester/MAN1Lamsel/SSO_KEMENAG.md</a:t>
            </a:r>
          </a:p>
          <a:p xmlns:a="http://schemas.openxmlformats.org/drawingml/2006/main">
            <a:r>
              <a:t>- D:/tester/MAN1Lamsel/SIMPEG_SYNC.md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bahwa banyak fitur tetap dirangkum dalam tiga rutinitas: konten, identitas, dan operasi.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sebagai checklist implementasi dan serah terima operasional.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  <a:p xmlns:a="http://schemas.openxmlformats.org/drawingml/2006/main">
            <a:r>
              <a:t>- D:/tester/MAN1Lamsel/SIMPEG_SYNC.md</a:t>
            </a:r>
          </a:p>
          <a:p xmlns:a="http://schemas.openxmlformats.org/drawingml/2006/main">
            <a:r>
              <a:t>- D:/tester/MAN1Lamsel/SSO_KEMENAG.md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ajakan: tetapkan admin penanggung jawab, lengkapi kredensial produksi, lalu lakukan uji penerimaan.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D:/tester/MAN1Lamsel/README.md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94bcafc88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c1ad982b742bc" /><Relationship Type="http://schemas.openxmlformats.org/officeDocument/2006/relationships/slideLayout" Target="/ppt/slideLayouts/slideLayout1.xml" Id="R2fdd333167944a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dd333167944a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3aac91ab34844" /><Relationship Type="http://schemas.openxmlformats.org/officeDocument/2006/relationships/image" Target="/ppt/media/image.png" Id="Rc804a8004e344e0e" /><Relationship Type="http://schemas.openxmlformats.org/officeDocument/2006/relationships/notesSlide" Target="/ppt/notesSlides/notesSlide1.xml" Id="Rde965f20d946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d353b9a804e1a" /><Relationship Type="http://schemas.openxmlformats.org/officeDocument/2006/relationships/notesSlide" Target="/ppt/notesSlides/notesSlide2.xml" Id="R2865984f7837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d9eda3ef64a23" /><Relationship Type="http://schemas.openxmlformats.org/officeDocument/2006/relationships/notesSlide" Target="/ppt/notesSlides/notesSlide3.xml" Id="R15c0cd77a70c46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de1eb12c74a17" /><Relationship Type="http://schemas.openxmlformats.org/officeDocument/2006/relationships/notesSlide" Target="/ppt/notesSlides/notesSlide4.xml" Id="Rfc3725d7a0b9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dc50e94264140" /><Relationship Type="http://schemas.openxmlformats.org/officeDocument/2006/relationships/notesSlide" Target="/ppt/notesSlides/notesSlide5.xml" Id="Rf21054c106964b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a449b978640bc" /><Relationship Type="http://schemas.openxmlformats.org/officeDocument/2006/relationships/notesSlide" Target="/ppt/notesSlides/notesSlide6.xml" Id="Ra94a92dba9d7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b53ad2b2146a9" /><Relationship Type="http://schemas.openxmlformats.org/officeDocument/2006/relationships/notesSlide" Target="/ppt/notesSlides/notesSlide7.xml" Id="Re8245f6fb3a3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2d5db5e894ec3" /><Relationship Type="http://schemas.openxmlformats.org/officeDocument/2006/relationships/notesSlide" Target="/ppt/notesSlides/notesSlide8.xml" Id="Rc8c11756205e45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f3bed7a874018" /><Relationship Type="http://schemas.openxmlformats.org/officeDocument/2006/relationships/notesSlide" Target="/ppt/notesSlides/notesSlide9.xml" Id="Rbb919de0d5c244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57b6dd2294893" /><Relationship Type="http://schemas.openxmlformats.org/officeDocument/2006/relationships/notesSlide" Target="/ppt/notesSlides/notesSlide10.xml" Id="R9b2e5d618a0c48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5304bc7374e05" /><Relationship Type="http://schemas.openxmlformats.org/officeDocument/2006/relationships/image" Target="/ppt/media/image2.png" Id="R3503def02240475f" /><Relationship Type="http://schemas.openxmlformats.org/officeDocument/2006/relationships/notesSlide" Target="/ppt/notesSlides/notesSlide11.xml" Id="R50f5884031ff4f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C9F8DB3A-3D99-4E6F-A4E1-1E3378D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Website MAN 1 Lamsel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8085B96-0123-46D1-B2C8-1C2F3CB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Portal publik, CMS, SSO Kemenag, dan sinkronisasi SIMPEG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BE94A1A-DC7B-4E4F-910C-D58AB30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 1 LAMPUNG SELATAN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4a8004e344e0e"/>
          <a:stretch xmlns:a="http://schemas.openxmlformats.org/drawingml/2006/main"/>
        </p:blipFill>
        <p:spPr>
          <a:xfrm xmlns:a="http://schemas.openxmlformats.org/drawingml/2006/main">
            <a:off x="10382250" y="3619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5" name="brand-blue-1">
            <a:extLst xmlns:a="http://schemas.openxmlformats.org/drawingml/2006/main">
              <a:ext uri="{FF2B5EF4-FFF2-40B4-BE49-F238E27FC236}">
                <a16:creationId xmlns:a16="http://schemas.microsoft.com/office/drawing/2014/main" id="{A8C4A961-5617-488D-8AAD-BF79850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6" name="brand-yellow-1">
            <a:extLst xmlns:a="http://schemas.openxmlformats.org/drawingml/2006/main">
              <a:ext uri="{FF2B5EF4-FFF2-40B4-BE49-F238E27FC236}">
                <a16:creationId xmlns:a16="http://schemas.microsoft.com/office/drawing/2014/main" id="{29C70E0A-F67F-4633-AE85-3E120A2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94611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358142A-C0D9-429E-856A-F652072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849E8D2-1C36-4B3F-843E-FDB2462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Satu portal, tiga pengalaman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A6C5193-85EB-4A2E-8BE4-1A3DB53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Untuk publik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Informasi madrasah tersaji responsif: berita, artikel, profil, agenda, GTK, galeri, infografis, pengumuman, dan kontak.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FDC4200-83A7-4DAA-BD25-1A5A4AD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Untuk pengelola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Administrator mengatur seluruh portal. Guru dan pegawai menulis artikel melalui ruang kerja yang dibatasi.</a:t>
            </a:r>
          </a:p>
        </p:txBody>
      </p:sp>
      <p:sp>
        <p:nvSpPr>
          <p:cNvPr id="5" name="brand-blue-2">
            <a:extLst xmlns:a="http://schemas.openxmlformats.org/drawingml/2006/main">
              <a:ext uri="{FF2B5EF4-FFF2-40B4-BE49-F238E27FC236}">
                <a16:creationId xmlns:a16="http://schemas.microsoft.com/office/drawing/2014/main" id="{66F8785D-CD60-47A1-A008-1730E9F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6" name="brand-yellow-2">
            <a:extLst xmlns:a="http://schemas.openxmlformats.org/drawingml/2006/main">
              <a:ext uri="{FF2B5EF4-FFF2-40B4-BE49-F238E27FC236}">
                <a16:creationId xmlns:a16="http://schemas.microsoft.com/office/drawing/2014/main" id="{BC09DFAB-2185-4911-B775-B9AB6270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58848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E0C12BA-2DDC-48C5-AC3D-81B2DE1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B2BE4FD0-F59A-433B-8F84-FE113F3D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Cakupan sistem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F24B60A-C225-4C9F-9EBC-948220F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Konten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Berita, artikel, pengumuman, prestasi, halaman profil, agenda, galeri, dan infografis.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83C40ED-5FBF-46E9-B025-61BE8132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Tampilan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Navbar bertingkat, logo, favicon, tema dinamis, banner, tautan layanan, dan desain responsif.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C36AF47-1BC3-421D-A307-19F5C815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Temuan &amp; SEO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Pencarian, metadata per konten, Open Graph, canonical URL, sitemap, dan robots.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51A951-13CA-466B-8F87-4CFAF3E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Integrasi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Akun penulis, GTK, SSO Kemenag, sinkronisasi SIMPEG, dan pencatatan riwayat.</a:t>
            </a:r>
          </a:p>
        </p:txBody>
      </p:sp>
      <p:sp>
        <p:nvSpPr>
          <p:cNvPr id="7" name="brand-blue-3">
            <a:extLst xmlns:a="http://schemas.openxmlformats.org/drawingml/2006/main">
              <a:ext uri="{FF2B5EF4-FFF2-40B4-BE49-F238E27FC236}">
                <a16:creationId xmlns:a16="http://schemas.microsoft.com/office/drawing/2014/main" id="{A3B7BF7B-9100-40BA-96F1-EC1CC766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8" name="brand-yellow-3">
            <a:extLst xmlns:a="http://schemas.openxmlformats.org/drawingml/2006/main">
              <a:ext uri="{FF2B5EF4-FFF2-40B4-BE49-F238E27FC236}">
                <a16:creationId xmlns:a16="http://schemas.microsoft.com/office/drawing/2014/main" id="{33112431-1C6E-4BAD-B8D5-FDA118C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37324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E7AE65-8AE8-4F1A-8751-CF4AADA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F269E9C-E80A-4361-8CE5-06F1E0E5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Peran dibatasi dengan jelas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E92F40DB-13F7-4899-9338-692B2066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Pengunjung
Membaca informasi publik dan mengirim pesan.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567C07A0-866C-4C4C-88D7-033BF4FF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Penulis
Membuat artikel sendiri. Semua artikel disimpan sebagai draft.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FA772CC-15DE-43DB-BA38-A02B6DEA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Administrator
Meninjau, menerbitkan, dan mengelola seluruh portal serta akses.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056D7C1-218F-468C-AC61-8CB8842F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61D7FEE-CBDE-48D2-B007-ED9E356A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5E01E519-4F8E-48A9-BD59-9607BDD5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brand-blue-4">
            <a:extLst xmlns:a="http://schemas.openxmlformats.org/drawingml/2006/main">
              <a:ext uri="{FF2B5EF4-FFF2-40B4-BE49-F238E27FC236}">
                <a16:creationId xmlns:a16="http://schemas.microsoft.com/office/drawing/2014/main" id="{D25DD09D-4C87-4B4B-B7F1-F65E29FD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10" name="brand-yellow-4">
            <a:extLst xmlns:a="http://schemas.openxmlformats.org/drawingml/2006/main">
              <a:ext uri="{FF2B5EF4-FFF2-40B4-BE49-F238E27FC236}">
                <a16:creationId xmlns:a16="http://schemas.microsoft.com/office/drawing/2014/main" id="{6B5FA997-ACA6-4404-B683-B8E8411C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971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AC89972-1B66-4E48-BE64-C8122D71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7618879-FEE4-4789-A53C-1D872C6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Dua jalur login, satu akun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26D6BC6-9B4F-4271-AB2D-0A8B35FA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054DA16-CC9A-4F5C-AE1E-4ECCC0D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Login manual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8B18C1C-9DCE-4939-805F-27BD6497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Email + kata sandi lokal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Dibuat administrator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Bisa direset di CMS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F721A9C-EA6C-48A1-ADB7-3B189D41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1E858CD-2057-4A81-8F55-FE7F3BD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SSO Kemenag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887E961-A44E-49A2-B68E-657D46F8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Identitas resmi Kemenag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Diverifikasi melalui token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Wajib cocok dengan GTK aktif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035F6F9-96AB-43ED-A594-39F8E49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Akun penulis dapat disiapkan secara manual lalu ditautkan ke data GTK.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Ketika NIP yang sama berhasil masuk melalui SSO, akun menjadi hibrida.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Kata sandi manual tetap berfungsi.</a:t>
            </a:r>
          </a:p>
        </p:txBody>
      </p:sp>
      <p:sp>
        <p:nvSpPr>
          <p:cNvPr id="10" name="brand-blue-5">
            <a:extLst xmlns:a="http://schemas.openxmlformats.org/drawingml/2006/main">
              <a:ext uri="{FF2B5EF4-FFF2-40B4-BE49-F238E27FC236}">
                <a16:creationId xmlns:a16="http://schemas.microsoft.com/office/drawing/2014/main" id="{69FD87B3-AD5F-4D35-B32D-ED190342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11" name="brand-yellow-5">
            <a:extLst xmlns:a="http://schemas.openxmlformats.org/drawingml/2006/main">
              <a:ext uri="{FF2B5EF4-FFF2-40B4-BE49-F238E27FC236}">
                <a16:creationId xmlns:a16="http://schemas.microsoft.com/office/drawing/2014/main" id="{47E6EFE9-770C-4C10-BC89-EDA97E2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882062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4917123-FD31-4512-9F72-DBCADED8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CEC26F5-1B62-4EB0-8D43-53BA340E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SSO hanya untuk GTK aktif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97D1627-614D-4179-A702-49F62E4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67E5B6C-FFD9-4C2E-8C9A-4E9B58D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9D6BAA9-D529-42CF-BE96-2046519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B36F61F-69D5-4EFF-928E-BC13340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Autentikasi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F550983-07C3-4440-B93D-8E2A2FCB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Verifikasi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D3C09FE-AE0A-4E72-91C9-7A59C402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Pencocokan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6FFEC7F-FAA1-4791-A8AE-BAF350D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Token diperiksa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Server memverifikasi Bearer token dan membaca profil pegawai.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BB01D22-B3FB-447A-8B48-5A19F376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Masuk di Kemenag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Pengguna membuka signin resmi dengan APP ID aplikasi.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5E77D3C-3434-47BC-B674-9E55EF6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NIP menentukan akses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Login diterima hanya jika NIP ditemukan pada GTK yang aktif.</a:t>
            </a:r>
          </a:p>
        </p:txBody>
      </p:sp>
      <p:sp>
        <p:nvSpPr>
          <p:cNvPr id="13" name="brand-blue-6">
            <a:extLst xmlns:a="http://schemas.openxmlformats.org/drawingml/2006/main">
              <a:ext uri="{FF2B5EF4-FFF2-40B4-BE49-F238E27FC236}">
                <a16:creationId xmlns:a16="http://schemas.microsoft.com/office/drawing/2014/main" id="{E7178B55-1603-4F06-B07E-05C65873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14" name="brand-yellow-6">
            <a:extLst xmlns:a="http://schemas.openxmlformats.org/drawingml/2006/main">
              <a:ext uri="{FF2B5EF4-FFF2-40B4-BE49-F238E27FC236}">
                <a16:creationId xmlns:a16="http://schemas.microsoft.com/office/drawing/2014/main" id="{B1B016A8-CEBE-4987-A870-3BCDBE95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355797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8BF2C7C-959E-4E29-AA16-B123AD7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D9BEF54-F833-441E-9CAF-221DB965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Sinkron SIMPEG menjaga GTK siap pakai</a:t>
            </a:r>
          </a:p>
        </p:txBody>
      </p:sp>
      <p:cxnSp>
        <p:nvCxnSpPr>
          <p:cNvPr id="2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65DD9FB-EE82-4B9E-9197-928E0F5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AFDB3EC-9A1A-4809-89D4-AD50994B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A24A1B5-3A96-43EB-92B0-FE403EAA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4F0981F-0EEE-453A-A49C-43EB622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31BCF54-1885-49D2-ABA5-A0194B7E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Ambil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API dipanggil per halaman, maksimal 400 pegawai, dengan parameter satker yang dikunci.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7E2965E-24FE-434F-BC78-46995A9B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D3B4C88-4440-47EB-B5CC-FF4C7DC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Saring &amp; simpan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Hanya kode 02090325000000 yang lolos. Upsert memakai NIP_BARU, lalu NIP.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F432D9D0-494B-4A1F-A00C-0050246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1431050-F05A-4B8C-A377-EA89494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Perbarui GTK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Nama, NIP, jabatan, unit, jenis GTK, dan status aktif diperbarui.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D2E53B1-DE6A-4382-843E-C443935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VALIDASI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4899F76-7B80-447C-B1ED-B2C45D2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API SIMPEG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AC7CAFEA-31CB-47ED-941D-5A8A0988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GTK &amp; SSO</a:t>
            </a:r>
          </a:p>
        </p:txBody>
      </p:sp>
      <p:sp>
        <p:nvSpPr>
          <p:cNvPr id="16" name="brand-blue-7">
            <a:extLst xmlns:a="http://schemas.openxmlformats.org/drawingml/2006/main">
              <a:ext uri="{FF2B5EF4-FFF2-40B4-BE49-F238E27FC236}">
                <a16:creationId xmlns:a16="http://schemas.microsoft.com/office/drawing/2014/main" id="{53325676-B0E3-48D0-B21C-55E5291D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17" name="brand-yellow-7">
            <a:extLst xmlns:a="http://schemas.openxmlformats.org/drawingml/2006/main">
              <a:ext uri="{FF2B5EF4-FFF2-40B4-BE49-F238E27FC236}">
                <a16:creationId xmlns:a16="http://schemas.microsoft.com/office/drawing/2014/main" id="{EB1051A5-B291-4553-A6D8-760899F0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205863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BC8A855-1215-4E28-9B47-8C0F577F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5873F54-6B2E-4EA4-AE6D-BCE25A6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Keamanan dibangun di setiap lapisan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6AA8FEC-B62F-4D40-BAC2-193B110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Akses, identitas, dan operasi sensitif memiliki kontrol terpisah.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BEAB7D1-CE4C-46F5-9258-1B9E763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HTTPS &amp; verifikasi SSL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F2F585D2-AF8A-4B45-9261-F1D94364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F4083DE6-C579-40A8-9639-634917C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Token SSO tidak disimpan. Kredensial API hanya berada di ENV.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Sinkronisasi ganda dicegah dengan application lock.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45F122D-0E3C-4995-BF02-0584541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Role minimum untuk akun baru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7E6E537-D2FA-4B29-91D6-15F75F1E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4A5DA77-0AB7-4B8F-81FA-B282D0E4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15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NIP wajib cocok dengan GTK aktif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B73C45D1-B42D-49B2-A5FE-942BDEBF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8F24B01D-CCC8-4A2D-A677-7B367DAB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Riwayat sinkronisasi tercatat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DA248200-9753-40FC-B499-919C6F0E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1B73EFAE-2AB1-4FAA-B841-1020B80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067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Backup database, ENV, dan storage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19CE024-CF49-4A7F-AE7B-45F2F449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brand-blue-8">
            <a:extLst xmlns:a="http://schemas.openxmlformats.org/drawingml/2006/main">
              <a:ext uri="{FF2B5EF4-FFF2-40B4-BE49-F238E27FC236}">
                <a16:creationId xmlns:a16="http://schemas.microsoft.com/office/drawing/2014/main" id="{D40671D3-B3B7-484C-AC45-BACD7D2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16" name="brand-yellow-8">
            <a:extLst xmlns:a="http://schemas.openxmlformats.org/drawingml/2006/main">
              <a:ext uri="{FF2B5EF4-FFF2-40B4-BE49-F238E27FC236}">
                <a16:creationId xmlns:a16="http://schemas.microsoft.com/office/drawing/2014/main" id="{0E239884-37F8-4E6A-8646-5371D418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8741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D5DB574-132B-4012-A7B3-F1D872D0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B30FB75-914E-46E3-ADF8-24729AF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Alur kerja administrator tetap sederhana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7330557-A60F-4C1F-ACB8-5557AEED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E210A85-F722-4F8A-8371-E624368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EE8D6D0-B5E7-49AC-AAFB-A982A707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Identitas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GTK, pengguna, login manual, SSO, logo, favicon, warna, dan SEO.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5A7F4F1-6A3B-4ED3-945A-9837DFB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Operasi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Sinkron SIMPEG, backup, log aplikasi, pemeriksaan ponsel, dan pembaruan sistem.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08769ABD-080E-45D6-8783-062A9FE9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1B2D0A1-8A6C-484C-A0B2-B4DAF5B5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3A743406-AA35-4323-9B3F-9E352A0E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BA91AA2-B902-4A54-BFE1-0DEDDD9E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Konten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Summernote, slug underscore, gambar sampul, status draft/published.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AD26FF03-B4DB-4141-B8D4-0EC9761C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9F957D0-C618-41D5-8C7E-2A311D8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Siklus harian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Pantau dashboard, tinjau draft, terbitkan konten, dan tindak lanjuti pesan masuk.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Setiap perubahan diperiksa kembali pada website publik.</a:t>
            </a:r>
          </a:p>
        </p:txBody>
      </p:sp>
      <p:sp>
        <p:nvSpPr>
          <p:cNvPr id="13" name="brand-blue-9">
            <a:extLst xmlns:a="http://schemas.openxmlformats.org/drawingml/2006/main">
              <a:ext uri="{FF2B5EF4-FFF2-40B4-BE49-F238E27FC236}">
                <a16:creationId xmlns:a16="http://schemas.microsoft.com/office/drawing/2014/main" id="{20BFA0BB-6BC5-41CB-8A06-2D397B9D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14" name="brand-yellow-9">
            <a:extLst xmlns:a="http://schemas.openxmlformats.org/drawingml/2006/main">
              <a:ext uri="{FF2B5EF4-FFF2-40B4-BE49-F238E27FC236}">
                <a16:creationId xmlns:a16="http://schemas.microsoft.com/office/drawing/2014/main" id="{3F44D371-7695-4E5D-A245-04897F2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56930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A39240C-9BB9-4400-B5DC-91F999E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B81CA02-54FF-46A0-B207-1672B73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Empat langkah menuju operasional penuh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6C5680A-8C7C-4FA5-A433-426EF26C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Konfigurasi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Isi domain, database, APP ID SSO, dan kredensial API SIMPEG di ENV.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E49D7AC-DA4F-4F70-A7C6-E14D9A31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Data awal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Jalankan migration, storage link, sinkron SIMPEG, dan periksa data GTK.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1C40DA-F7EF-483A-AD5F-3BD0DFD9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Uji akses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Uji admin, penulis manual, SSO, draft artikel, publikasi, dan tampilan ponsel.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8CD79D1-10F8-456B-B1AD-7C9FA05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 Jaga sistem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Backup rutin, nonaktifkan akun lama, pantau log, dan perbarui konten.</a:t>
            </a:r>
          </a:p>
        </p:txBody>
      </p:sp>
      <p:sp>
        <p:nvSpPr>
          <p:cNvPr id="7" name="brand-blue-10">
            <a:extLst xmlns:a="http://schemas.openxmlformats.org/drawingml/2006/main">
              <a:ext uri="{FF2B5EF4-FFF2-40B4-BE49-F238E27FC236}">
                <a16:creationId xmlns:a16="http://schemas.microsoft.com/office/drawing/2014/main" id="{2826AC44-3BA8-40A4-836D-3C905BCC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8" name="brand-yellow-10">
            <a:extLst xmlns:a="http://schemas.openxmlformats.org/drawingml/2006/main">
              <a:ext uri="{FF2B5EF4-FFF2-40B4-BE49-F238E27FC236}">
                <a16:creationId xmlns:a16="http://schemas.microsoft.com/office/drawing/2014/main" id="{B6DEB88D-D9DB-45AD-933B-7F3A90E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8819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44D323B6-CAC0-4BC0-BD4E-FFC43A21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Siap dikelola bersama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5D6DF3C-6F88-4844-983A-3A718589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Konten lebih tertata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Identitas pegawai tervalidasi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Akses tetap terkendali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AA2E273-9088-4A54-801D-8248001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 1 LAMPUNG SELATAN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3def02240475f"/>
          <a:stretch xmlns:a="http://schemas.openxmlformats.org/drawingml/2006/main"/>
        </p:blipFill>
        <p:spPr>
          <a:xfrm xmlns:a="http://schemas.openxmlformats.org/drawingml/2006/main">
            <a:off x="10382250" y="3619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5" name="brand-blue-11">
            <a:extLst xmlns:a="http://schemas.openxmlformats.org/drawingml/2006/main">
              <a:ext uri="{FF2B5EF4-FFF2-40B4-BE49-F238E27FC236}">
                <a16:creationId xmlns:a16="http://schemas.microsoft.com/office/drawing/2014/main" id="{00B50A78-F0A9-4452-88A9-18754606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095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</a:ln>
        </p:spPr>
      </p:sp>
      <p:sp>
        <p:nvSpPr>
          <p:cNvPr id="6" name="brand-yellow-11">
            <a:extLst xmlns:a="http://schemas.openxmlformats.org/drawingml/2006/main">
              <a:ext uri="{FF2B5EF4-FFF2-40B4-BE49-F238E27FC236}">
                <a16:creationId xmlns:a16="http://schemas.microsoft.com/office/drawing/2014/main" id="{A2FA345A-8B73-431E-8B7F-8D58585A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818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D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86578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2026-08-01T03:49:21.6860000Z</dcterms:created>
  <dcterms:modified xsi:type="dcterms:W3CDTF">2026-08-01T03:49:21.6870000Z</dcterms:modified>
</coreProperties>
</file>